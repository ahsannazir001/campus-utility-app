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Professional Presentation Version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Introduction to the project</a:t>
            </a:r>
          </a:p>
          <a:p>
            <a:r>
              <a:t>• Key features and objectives</a:t>
            </a:r>
          </a:p>
          <a:p>
            <a:r>
              <a:t>• System workflow and architecture</a:t>
            </a:r>
          </a:p>
          <a:p>
            <a:r>
              <a:t>• Results and conclusions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🎓 Campus Utility App — Complete Project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&gt; [!NOTE]</a:t>
            </a:r>
          </a:p>
          <a:p>
            <a:r>
              <a:t>&gt; Yeh app **Flutter (Dart)** mein bana hai, native Android (Java/Kotlin) mein nahi. Isliye traditional Android concepts ka Flutter mein equivalent samjhein:</a:t>
            </a:r>
          </a:p>
          <a:p>
            <a:r>
              <a:t>&gt; - **Intent** → Flutter mein `Navigator.push()` / `Navigator.pushReplacement()` (Screen Navigation)</a:t>
            </a:r>
          </a:p>
          <a:p>
            <a:r>
              <a:t>&gt; - **Fragment** → Flutter mein `Screen` / `StatefulWidget` (har screen ek "fragment" jaisa kaam karta hai)</a:t>
            </a:r>
          </a:p>
          <a:p>
            <a:r>
              <a:t>&gt; - **Notification** → Flutter mein `SnackBar` / `ScaffoldMessenger` (in-app messages)</a:t>
            </a:r>
          </a:p>
          <a:p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📂 Project Structure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```</a:t>
            </a:r>
          </a:p>
          <a:p>
            <a:r>
              <a:t>Project/</a:t>
            </a:r>
          </a:p>
          <a:p>
            <a:r>
              <a:t>├── backend/                    ← Python Flask REST API</a:t>
            </a:r>
          </a:p>
          <a:p>
            <a:r>
              <a:t>│   ├── app.py                  ← Main server + all API routes</a:t>
            </a:r>
          </a:p>
          <a:p>
            <a:r>
              <a:t>│   ├── config.py               ← Database &amp; JWT configuration</a:t>
            </a:r>
          </a:p>
          <a:p>
            <a:r>
              <a:t>│   └── models.py               ← SQLAlchemy database models</a:t>
            </a:r>
          </a:p>
          <a:p>
            <a:r>
              <a:t>│</a:t>
            </a:r>
          </a:p>
          <a:p>
            <a:r>
              <a:t>└── frontend/                   ← Flutter Mobile 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1️⃣ INTENTS (Navigation / Screen Routing)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Flutter mein `Intent` ka kaam `Navigator` karta hai. Aapke project mein **6 navigation intents** hain: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Sab Intents ki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| # | From (Source) | To (Destination) | Type | File | Line |</a:t>
            </a:r>
          </a:p>
          <a:p>
            <a:r>
              <a:t>|---|-------------|-----------------|------|------|------|</a:t>
            </a:r>
          </a:p>
          <a:p>
            <a:r>
              <a:t>| 1 | `main.dart` (SessionGate) | `LoginScreen` ya `DashboardScreen` | Auto (session check) | [main.dart](file:///c:/Users/ahsan/Desktop/Project/frontend/lib/main.dart#L116-L119) | 116-119 |</a:t>
            </a:r>
          </a:p>
          <a:p>
            <a:r>
              <a:t>| 2 | `LoginScreen` | `DashboardScreen` | `pushReplacement` (login success) | [login_screen.dart](file:///c:/Users/ahsan/Desktop/Project/frontend/lib/screens/login_screen.dart#L36-L38) | 36-38 |</a:t>
            </a:r>
          </a:p>
          <a:p>
            <a:r>
              <a:t>| 3 | `LoginScreen` | `SignupScreen` | `push` (navigation link) | [login_screen.dart](file:///c:/Users/ahsan/Desktop/Project/frontend/lib/screens/login_screen.dart#L226-L228) | 226-228 |</a:t>
            </a:r>
          </a:p>
          <a:p>
            <a:r>
              <a:t>| 4 | `DashboardScreen` | `MarketplaceScreen` | `push` (card tap) | [dashboard_screen.dart](file:///c:/Users/ahsan/Desktop/Project/frontend/lib/screens/dashboard_screen.dart#L157-L159) | 157-159 |</a:t>
            </a:r>
          </a:p>
          <a:p>
            <a:r>
              <a:t>| 5 | `DashboardScreen` | `EventsScreen` | `push` (card tap) | [dashboard_screen.dart](file:///c:/Users/ahsan/Desktop/Project/frontend/lib/screens/dashboard_screen.dart#L207-L209) | 207-209 |</a:t>
            </a:r>
          </a:p>
          <a:p>
            <a:r>
              <a:t>| 6 | `DashboardScreen` | `LoginScreen` | `pushReplacement` (logout) | [dashboard_screen.dart](file:///c:/Users/ahsan/Desktop/Project/frontend/lib/screens/dashboard_screen.dart#L79-L81) | 79-81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Navigation 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```mermaid</a:t>
            </a:r>
          </a:p>
          <a:p>
            <a:r>
              <a:t>flowchart TD</a:t>
            </a:r>
          </a:p>
          <a:p>
            <a:r>
              <a:t>A["App Start (main.dart)"] --&gt; B{"Token Exists?"}</a:t>
            </a:r>
          </a:p>
          <a:p>
            <a:r>
              <a:t>B --&gt;|Yes| C["DashboardScreen"]</a:t>
            </a:r>
          </a:p>
          <a:p>
            <a:r>
              <a:t>B --&gt;|No| D["LoginScreen"]</a:t>
            </a:r>
          </a:p>
          <a:p>
            <a:r>
              <a:t>D --&gt;|Login Success| C</a:t>
            </a:r>
          </a:p>
          <a:p>
            <a:r>
              <a:t>D --&gt;|Tap 'Sign Up'| E["SignupScreen"]</a:t>
            </a:r>
          </a:p>
          <a:p>
            <a:r>
              <a:t>E --&gt;|Registration Done| 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🔧 Intent Kaise Change Karein?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**Example: Naya Screen add karna (e.g., Profile Screen)**</a:t>
            </a:r>
          </a:p>
          <a:p>
            <a:r>
              <a:t>```dart</a:t>
            </a:r>
          </a:p>
          <a:p>
            <a:r>
              <a:t>// 1. Naya screen file banao: lib/screens/profile_screen.dart</a:t>
            </a:r>
          </a:p>
          <a:p>
            <a:r>
              <a:t>// 2. Dashboard se navigate karo:</a:t>
            </a:r>
          </a:p>
          <a:p>
            <a:r>
              <a:t>Navigator.push(</a:t>
            </a:r>
          </a:p>
          <a:p>
            <a:r>
              <a:t>context,</a:t>
            </a:r>
          </a:p>
          <a:p>
            <a:r>
              <a:t>MaterialPageRoute(builder: (context) =&gt; const ProfileScreen()),</a:t>
            </a:r>
          </a:p>
          <a:p>
            <a:r>
              <a:t>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2️⃣ FRAGMENTS (Screens / Pages)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Flutter mein har screen ek `StatefulWidget` ya `StatelessWidget` hota hai, jo Android Fragment jaisa kaam karta hai.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Sab Screens (Fragments) ki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| # | Screen Name | File | Type | Kya Karta Hai |</a:t>
            </a:r>
          </a:p>
          <a:p>
            <a:r>
              <a:t>|---|------------|------|------|---------------|</a:t>
            </a:r>
          </a:p>
          <a:p>
            <a:r>
              <a:t>| 1 | **LoginScreen** | [login_screen.dart](file:///c:/Users/ahsan/Desktop/Project/frontend/lib/screens/login_screen.dart) | `StatefulWidget` | Email + Password form, login API call |</a:t>
            </a:r>
          </a:p>
          <a:p>
            <a:r>
              <a:t>| 2 | **SignupScreen** | [signup_screen.dart](file:///c:/Users/ahsan/Desktop/Project/frontend/lib/screens/signup_screen.dart) | `StatefulWidget` | Username + Email + Password registration |</a:t>
            </a:r>
          </a:p>
          <a:p>
            <a:r>
              <a:t>| 3 | **DashboardScreen** | [dashboard_screen.dart](file:///c:/Users/ahsan/Desktop/Project/frontend/lib/screens/dashboard_screen.dart) | `StatefulWidget` | Welcome banner, Marketplace/Events cards, Daily Timetable |</a:t>
            </a:r>
          </a:p>
          <a:p>
            <a:r>
              <a:t>| 4 | **MarketplaceScreen** | [marketplace_screen.dart](file:///c:/Users/ahsan/Desktop/Project/frontend/lib/screens/marketplace_screen.dart) | `StatefulWidget` | Buy/Sell items grid, image upload form (BottomSheet) |</a:t>
            </a:r>
          </a:p>
          <a:p>
            <a:r>
              <a:t>| 5 | **EventsScreen** | [events_screen.dart](file:///c:/Users/ahsan/Desktop/Project/frontend/lib/screens/events_screen.dart) | `StatefulWidget` | Campus events &amp; announcements list |</a:t>
            </a:r>
          </a:p>
          <a:p>
            <a:r>
              <a:t>| 6 | **SessionCheckGate** | [main.dart](file:///c:/Users/ahsan/Desktop/Project/frontend/lib/main.dart#L83-L125) | `StatelessWidget` | App startup pe token check → login ya dashboard |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🔧 Screen (Fragment) Kaise Change Karein?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**Dashboard ka title change karna:**</a:t>
            </a:r>
          </a:p>
          <a:p>
            <a:r>
              <a:t>```dart</a:t>
            </a:r>
          </a:p>
          <a:p>
            <a:r>
              <a:t>// dashboard_screen.dart, line 97</a:t>
            </a:r>
          </a:p>
          <a:p>
            <a:r>
              <a:t>// BEFORE:</a:t>
            </a:r>
          </a:p>
          <a:p>
            <a:r>
              <a:t>'Campus Dashboard',</a:t>
            </a:r>
          </a:p>
          <a:p>
            <a:r>
              <a:t>// AFTER:</a:t>
            </a:r>
          </a:p>
          <a:p>
            <a:r>
              <a:t>'My University Hub',</a:t>
            </a:r>
          </a:p>
          <a:p>
            <a:r>
              <a:t>```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3️⃣ NOTIFICATIONS (SnackBars &amp; Messages)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Aapke project mein **5 notification/SnackBar messages** hain: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Sab Notifications ki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| # | Message | Type | Color | Screen | File | Line |</a:t>
            </a:r>
          </a:p>
          <a:p>
            <a:r>
              <a:t>|---|---------|------|-------|--------|------|------|</a:t>
            </a:r>
          </a:p>
          <a:p>
            <a:r>
              <a:t>| 1 | `"Authentication failed"` | Error | 🔴 Red | LoginScreen | [login_screen.dart](file:///c:/Users/ahsan/Desktop/Project/frontend/lib/screens/login_screen.dart#L40-L45) | 40-45 |</a:t>
            </a:r>
          </a:p>
          <a:p>
            <a:r>
              <a:t>| 2 | `"Registration successful! Please login."` | Success | 🟢 Green | SignupScreen | [signup_screen.dart](file:///c:/Users/ahsan/Desktop/Project/frontend/lib/screens/signup_screen.dart#L37-L42) | 37-42 |</a:t>
            </a:r>
          </a:p>
          <a:p>
            <a:r>
              <a:t>| 3 | `"Registration failed"` | Error | 🔴 Red | SignupScreen | [signup_screen.dart](file:///c:/Users/ahsan/Desktop/Project/frontend/lib/screens/signup_screen.dart#L45-L50) | 45-50 |</a:t>
            </a:r>
          </a:p>
          <a:p>
            <a:r>
              <a:t>| 4 | `"Item listed on marketplace successfully!"` | Success | 🟢 Green | MarketplaceScreen | [marketplace_screen.dart](file:///c:/Users/ahsan/Desktop/Project/frontend/lib/screens/marketplace_screen.dart#L278-L283) | 278-283 |</a:t>
            </a:r>
          </a:p>
          <a:p>
            <a:r>
              <a:t>| 5 | `"Upload failed"` | Error | 🔴 Red | MarketplaceScreen | [marketplace_screen.dart](file:///c:/Users/ahsan/Desktop/Project/frontend/lib/screens/marketplace_screen.dart#L285-L290) | 285-290 |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🔧 Notification Kaise Change Karein?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**Message text change karna:**</a:t>
            </a:r>
          </a:p>
          <a:p>
            <a:r>
              <a:t>```dart</a:t>
            </a:r>
          </a:p>
          <a:p>
            <a:r>
              <a:t>// signup_screen.dart, line 39</a:t>
            </a:r>
          </a:p>
          <a:p>
            <a:r>
              <a:t>// BEFORE:</a:t>
            </a:r>
          </a:p>
          <a:p>
            <a:r>
              <a:t>Text('Registration successful! Please login.'),</a:t>
            </a:r>
          </a:p>
          <a:p>
            <a:r>
              <a:t>// AFTER:</a:t>
            </a:r>
          </a:p>
          <a:p>
            <a:r>
              <a:t>Text('Account ban gaya! Ab login karein.'),</a:t>
            </a:r>
          </a:p>
          <a:p>
            <a:r>
              <a:t>```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Android Intent communication</a:t>
            </a:r>
          </a:p>
          <a:p>
            <a:r>
              <a:t>• Activity navigation</a:t>
            </a:r>
          </a:p>
          <a:p>
            <a:r>
              <a:t>• Data transfer between screens</a:t>
            </a:r>
          </a:p>
          <a:p>
            <a:r>
              <a:t>• Explicit and implicit intents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Push notifications and alerts</a:t>
            </a:r>
          </a:p>
          <a:p>
            <a:r>
              <a:t>• User engagement</a:t>
            </a:r>
          </a:p>
          <a:p>
            <a:r>
              <a:t>• Reminder mechanism</a:t>
            </a:r>
          </a:p>
          <a:p>
            <a:r>
              <a:t>• Background event handling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Reusable UI components</a:t>
            </a:r>
          </a:p>
          <a:p>
            <a:r>
              <a:t>• Modular architecture</a:t>
            </a:r>
          </a:p>
          <a:p>
            <a:r>
              <a:t>• Flexible screen design</a:t>
            </a:r>
          </a:p>
          <a:p>
            <a:r>
              <a:t>• Improved maintainability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Project requirements achieved</a:t>
            </a:r>
          </a:p>
          <a:p>
            <a:r>
              <a:t>• Scalable and maintainable design</a:t>
            </a:r>
          </a:p>
          <a:p>
            <a:r>
              <a:t>• Future enhancements possible</a:t>
            </a:r>
          </a:p>
          <a:p>
            <a:r>
              <a:t>• Ready for demonstration and evaluation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  <a:p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